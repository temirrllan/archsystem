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365760"/>
            <a:ext cx="2011680" cy="2011680"/>
          </a:xfrm>
          <a:prstGeom prst="ellipse">
            <a:avLst/>
          </a:prstGeom>
          <a:solidFill>
            <a:srgbClr val="6C63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A78BFA">
              <a:alpha val="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Physics Bot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Физика үйренуге арналған Telegram Mini App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200400" y="3383280"/>
            <a:ext cx="2743200" cy="0"/>
          </a:xfrm>
          <a:prstGeom prst="line">
            <a:avLst/>
          </a:prstGeom>
          <a:noFill/>
          <a:ln w="25400">
            <a:solidFill>
              <a:srgbClr val="6C63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адам  |  React + FastAPI + aiogram + Groq AI + Docker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наурыз 2026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Команда және рөлдер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874520" cy="14173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1874520" cy="45720"/>
          </a:xfrm>
          <a:prstGeom prst="rect">
            <a:avLst/>
          </a:prstGeom>
          <a:solidFill>
            <a:srgbClr val="6C63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4732" y="1280160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737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Темирлан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0299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+ Backend Dev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06040" y="1097280"/>
            <a:ext cx="1874520" cy="14173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06040" y="1097280"/>
            <a:ext cx="1874520" cy="4572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132" y="1280160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06040" y="1737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Инкар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606040" y="20299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63440" y="1097280"/>
            <a:ext cx="1874520" cy="14173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63440" y="1097280"/>
            <a:ext cx="1874520" cy="45720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532" y="1280160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63440" y="1737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Бакдаулет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663440" y="20299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720840" y="1097280"/>
            <a:ext cx="1874520" cy="14173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20840" y="1097280"/>
            <a:ext cx="1874520" cy="45720"/>
          </a:xfrm>
          <a:prstGeom prst="rect">
            <a:avLst/>
          </a:prstGeom>
          <a:solidFill>
            <a:srgbClr val="FFE66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1280160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20840" y="1737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Азиз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720840" y="20299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Dev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1577340" y="2743200"/>
            <a:ext cx="1874520" cy="14173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577340" y="2743200"/>
            <a:ext cx="1874520" cy="45720"/>
          </a:xfrm>
          <a:prstGeom prst="rect">
            <a:avLst/>
          </a:prstGeom>
          <a:solidFill>
            <a:srgbClr val="29B6F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3432" y="2926080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77340" y="33832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Санжар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577340" y="36758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Developer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634740" y="2743200"/>
            <a:ext cx="1874520" cy="14173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634740" y="2743200"/>
            <a:ext cx="1874520" cy="4572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0832" y="2926080"/>
            <a:ext cx="402336" cy="40233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34740" y="33832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Анеля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3634740" y="36758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5692140" y="2743200"/>
            <a:ext cx="1874520" cy="14173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5692140" y="2743200"/>
            <a:ext cx="1874520" cy="45720"/>
          </a:xfrm>
          <a:prstGeom prst="rect">
            <a:avLst/>
          </a:prstGeom>
          <a:solidFill>
            <a:srgbClr val="2196F3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2926080"/>
            <a:ext cx="402336" cy="40233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692140" y="33832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Бекзат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5692140" y="36758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QA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Темирлан көрсетеді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Жоба таймлайны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апта  •  3 спринт  •  9 созвон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2560320" cy="30175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71600"/>
            <a:ext cx="2560320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23-28 ақпан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240280"/>
            <a:ext cx="2011680" cy="0"/>
          </a:xfrm>
          <a:prstGeom prst="line">
            <a:avLst/>
          </a:prstGeom>
          <a:noFill/>
          <a:ln w="12700">
            <a:solidFill>
              <a:srgbClr val="2D37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7744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жоспары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Дизайн-жүйе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Негізгі API құрылым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компоненттер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560320" cy="30175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71600"/>
            <a:ext cx="256032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9184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2-6 наурыз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66160" y="2240280"/>
            <a:ext cx="2011680" cy="0"/>
          </a:xfrm>
          <a:prstGeom prst="line">
            <a:avLst/>
          </a:prstGeom>
          <a:noFill/>
          <a:ln w="12700">
            <a:solidFill>
              <a:srgbClr val="2D3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237744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 + Бэк интеграция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тьютор (Groq API)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Админ-панель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командалары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1371600"/>
            <a:ext cx="2560320" cy="30175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371600"/>
            <a:ext cx="2560320" cy="54864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08076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9-13 наурыз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2240280"/>
            <a:ext cx="2011680" cy="0"/>
          </a:xfrm>
          <a:prstGeom prst="line">
            <a:avLst/>
          </a:prstGeom>
          <a:noFill/>
          <a:ln w="12700">
            <a:solidFill>
              <a:srgbClr val="2D37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37744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деплой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Тестілеу (QA)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 фикстер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прогон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Темирлан көрсетеді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Жүйе архитектурасы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828800" cy="10058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18872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User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103120" y="109728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63FF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560320" y="1097280"/>
            <a:ext cx="1828800" cy="10058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18872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6032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aiogram Bot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256032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(Санжар)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389120" y="109728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63FF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4846320" y="1097280"/>
            <a:ext cx="1828800" cy="10058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2" y="1188720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4632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84632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(Темирлан)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6675120" y="109728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63FF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7132320" y="1097280"/>
            <a:ext cx="1828800" cy="10058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2" y="1188720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3232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DB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274320" y="2377440"/>
            <a:ext cx="1828800" cy="10058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2468880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7432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WebApp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2103120" y="237744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63FF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18"/>
          <p:cNvSpPr/>
          <p:nvPr/>
        </p:nvSpPr>
        <p:spPr>
          <a:xfrm>
            <a:off x="2560320" y="2377440"/>
            <a:ext cx="1828800" cy="10058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272" y="2468880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56032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Mini App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2560320" y="3063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(Бакдаулет)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4389120" y="237744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63FF"/>
                </a:solidFill>
              </a:rPr>
              <a:t>→</a:t>
            </a:r>
            <a:endParaRPr lang="en-US" sz="2000" dirty="0"/>
          </a:p>
        </p:txBody>
      </p:sp>
      <p:sp>
        <p:nvSpPr>
          <p:cNvPr id="30" name="Shape 22"/>
          <p:cNvSpPr/>
          <p:nvPr/>
        </p:nvSpPr>
        <p:spPr>
          <a:xfrm>
            <a:off x="4846320" y="2377440"/>
            <a:ext cx="1828800" cy="10058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5272" y="2468880"/>
            <a:ext cx="310896" cy="31089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84632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4846320" y="3063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(Темирлан)</a:t>
            </a:r>
            <a:endParaRPr lang="en-US" sz="800" dirty="0"/>
          </a:p>
        </p:txBody>
      </p:sp>
      <p:sp>
        <p:nvSpPr>
          <p:cNvPr id="34" name="Text 25"/>
          <p:cNvSpPr/>
          <p:nvPr/>
        </p:nvSpPr>
        <p:spPr>
          <a:xfrm>
            <a:off x="6675120" y="237744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63FF"/>
                </a:solidFill>
              </a:rPr>
              <a:t>→</a:t>
            </a:r>
            <a:endParaRPr lang="en-US" sz="2000" dirty="0"/>
          </a:p>
        </p:txBody>
      </p:sp>
      <p:sp>
        <p:nvSpPr>
          <p:cNvPr id="35" name="Shape 26"/>
          <p:cNvSpPr/>
          <p:nvPr/>
        </p:nvSpPr>
        <p:spPr>
          <a:xfrm>
            <a:off x="7132320" y="2377440"/>
            <a:ext cx="1828800" cy="10058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1272" y="2468880"/>
            <a:ext cx="310896" cy="31089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13232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AI</a:t>
            </a:r>
            <a:endParaRPr lang="en-US" sz="1000" dirty="0"/>
          </a:p>
        </p:txBody>
      </p:sp>
      <p:sp>
        <p:nvSpPr>
          <p:cNvPr id="38" name="Text 28"/>
          <p:cNvSpPr/>
          <p:nvPr/>
        </p:nvSpPr>
        <p:spPr>
          <a:xfrm>
            <a:off x="7132320" y="3063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(Анеля)</a:t>
            </a:r>
            <a:endParaRPr lang="en-US" sz="800" dirty="0"/>
          </a:p>
        </p:txBody>
      </p:sp>
      <p:sp>
        <p:nvSpPr>
          <p:cNvPr id="39" name="Shape 29"/>
          <p:cNvSpPr/>
          <p:nvPr/>
        </p:nvSpPr>
        <p:spPr>
          <a:xfrm>
            <a:off x="274320" y="3657600"/>
            <a:ext cx="1828800" cy="10058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272" y="3749040"/>
            <a:ext cx="310896" cy="310896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27432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Browser</a:t>
            </a:r>
            <a:endParaRPr lang="en-US" sz="1000" dirty="0"/>
          </a:p>
        </p:txBody>
      </p:sp>
      <p:sp>
        <p:nvSpPr>
          <p:cNvPr id="42" name="Text 31"/>
          <p:cNvSpPr/>
          <p:nvPr/>
        </p:nvSpPr>
        <p:spPr>
          <a:xfrm>
            <a:off x="2103120" y="36576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63FF"/>
                </a:solidFill>
              </a:rPr>
              <a:t>→</a:t>
            </a:r>
            <a:endParaRPr lang="en-US" sz="2000" dirty="0"/>
          </a:p>
        </p:txBody>
      </p:sp>
      <p:sp>
        <p:nvSpPr>
          <p:cNvPr id="43" name="Shape 32"/>
          <p:cNvSpPr/>
          <p:nvPr/>
        </p:nvSpPr>
        <p:spPr>
          <a:xfrm>
            <a:off x="2560320" y="3657600"/>
            <a:ext cx="1828800" cy="10058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19272" y="3749040"/>
            <a:ext cx="310896" cy="310896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256032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Admin</a:t>
            </a:r>
            <a:endParaRPr lang="en-US" sz="1000" dirty="0"/>
          </a:p>
        </p:txBody>
      </p:sp>
      <p:sp>
        <p:nvSpPr>
          <p:cNvPr id="46" name="Text 34"/>
          <p:cNvSpPr/>
          <p:nvPr/>
        </p:nvSpPr>
        <p:spPr>
          <a:xfrm>
            <a:off x="2560320" y="4343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(Азиз)</a:t>
            </a:r>
            <a:endParaRPr lang="en-US" sz="800" dirty="0"/>
          </a:p>
        </p:txBody>
      </p:sp>
      <p:sp>
        <p:nvSpPr>
          <p:cNvPr id="47" name="Text 35"/>
          <p:cNvSpPr/>
          <p:nvPr/>
        </p:nvSpPr>
        <p:spPr>
          <a:xfrm>
            <a:off x="4389120" y="36576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63FF"/>
                </a:solidFill>
              </a:rPr>
              <a:t>→</a:t>
            </a:r>
            <a:endParaRPr lang="en-US" sz="2000" dirty="0"/>
          </a:p>
        </p:txBody>
      </p:sp>
      <p:sp>
        <p:nvSpPr>
          <p:cNvPr id="48" name="Shape 36"/>
          <p:cNvSpPr/>
          <p:nvPr/>
        </p:nvSpPr>
        <p:spPr>
          <a:xfrm>
            <a:off x="4846320" y="3657600"/>
            <a:ext cx="1828800" cy="10058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05272" y="3749040"/>
            <a:ext cx="310896" cy="310896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484632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</a:t>
            </a:r>
            <a:endParaRPr lang="en-US" sz="1000" dirty="0"/>
          </a:p>
        </p:txBody>
      </p:sp>
      <p:sp>
        <p:nvSpPr>
          <p:cNvPr id="51" name="Text 38"/>
          <p:cNvSpPr/>
          <p:nvPr/>
        </p:nvSpPr>
        <p:spPr>
          <a:xfrm>
            <a:off x="4846320" y="4343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(Темирлан)</a:t>
            </a:r>
            <a:endParaRPr lang="en-US" sz="800" dirty="0"/>
          </a:p>
        </p:txBody>
      </p:sp>
      <p:sp>
        <p:nvSpPr>
          <p:cNvPr id="52" name="Text 3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Дизайн: Инкар  |  DevOps: Бекзат  |  Docker Compose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 API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Темирлан көрсетеді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7490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Технологиялар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async Python web framework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 — ORM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— деректер валидациясы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деректер қоры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— аутентификация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— ASGI сервер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17373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API роутер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  •  theory  •  problems  •  tests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  •  rating  •  ai  •  admin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926080"/>
            <a:ext cx="3931920" cy="18288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Моделдер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34290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— telegram_id, score, streak, level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— topic, formula, difficulty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TestResult — correct_answers, percentage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— topic_name, completion_%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ChatHistory — AI чат тарихы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Дизайн жүйесі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Инкар көрсетеді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Түстер палитрасы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43000" cy="640080"/>
          </a:xfrm>
          <a:prstGeom prst="rect">
            <a:avLst/>
          </a:prstGeom>
          <a:solidFill>
            <a:srgbClr val="0F0F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1031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#0F0F1A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83080" y="1417320"/>
            <a:ext cx="1143000" cy="640080"/>
          </a:xfrm>
          <a:prstGeom prst="rect">
            <a:avLst/>
          </a:prstGeom>
          <a:solidFill>
            <a:srgbClr val="6C63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83080" y="21031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#6C63FF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83080" y="22860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0" y="1417320"/>
            <a:ext cx="1143000" cy="640080"/>
          </a:xfrm>
          <a:prstGeom prst="rect">
            <a:avLst/>
          </a:prstGeom>
          <a:solidFill>
            <a:srgbClr val="FF6B6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08960" y="21031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#FF6B6B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08960" y="22860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4840" y="1417320"/>
            <a:ext cx="1143000" cy="640080"/>
          </a:xfrm>
          <a:prstGeom prst="rect">
            <a:avLst/>
          </a:prstGeom>
          <a:solidFill>
            <a:srgbClr val="4ECDC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34840" y="21031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#4ECDC4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34840" y="22860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60720" y="1417320"/>
            <a:ext cx="1143000" cy="640080"/>
          </a:xfrm>
          <a:prstGeom prst="rect">
            <a:avLst/>
          </a:prstGeom>
          <a:solidFill>
            <a:srgbClr val="FFE66D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60720" y="21031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#FFE66D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760720" y="22860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86600" y="1417320"/>
            <a:ext cx="1143000" cy="640080"/>
          </a:xfrm>
          <a:prstGeom prst="rect">
            <a:avLst/>
          </a:prstGeom>
          <a:solidFill>
            <a:srgbClr val="A78B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86600" y="21031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#A78BFA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86600" y="22860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Компоненттер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3200400"/>
            <a:ext cx="1463040" cy="4572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03120" y="3200400"/>
            <a:ext cx="1463040" cy="4572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103120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49040" y="3200400"/>
            <a:ext cx="1463040" cy="4572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749040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TopBar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94960" y="3200400"/>
            <a:ext cx="1463040" cy="4572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394960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BottomNav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40880" y="3200400"/>
            <a:ext cx="1463040" cy="4572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040880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FormulaRenderer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7200" y="4251960"/>
            <a:ext cx="164592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251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03120" y="4251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606040" y="4251960"/>
            <a:ext cx="164592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0" name="Text 38"/>
          <p:cNvSpPr/>
          <p:nvPr/>
        </p:nvSpPr>
        <p:spPr>
          <a:xfrm>
            <a:off x="2606040" y="4251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App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251960" y="4251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754880" y="4251960"/>
            <a:ext cx="164592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4251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0" y="4251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903720" y="4251960"/>
            <a:ext cx="256032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6" name="Text 44"/>
          <p:cNvSpPr/>
          <p:nvPr/>
        </p:nvSpPr>
        <p:spPr>
          <a:xfrm>
            <a:off x="6903720" y="4251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/ Problems / Test / AskAI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 Mini App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Бакдаулет көрсетеді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8404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 + TailwindCSS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state management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WebApp SDK интеграция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KaTeX формула рендеринг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canvas-confetti анимациялар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HTTP клиент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бет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1828800" cy="6858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764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Басты экран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6560" y="1417320"/>
            <a:ext cx="1828800" cy="6858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66560" y="1764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тақырып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240280"/>
            <a:ext cx="1828800" cy="6858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587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Есептер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2240280"/>
            <a:ext cx="1828800" cy="6858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2587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сұрақ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063240"/>
            <a:ext cx="1828800" cy="6858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410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3063240"/>
            <a:ext cx="1828800" cy="6858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6656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66560" y="3410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Лидерборд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886200"/>
            <a:ext cx="1828800" cy="6858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AskAI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0" y="4233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чат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66560" y="3886200"/>
            <a:ext cx="1828800" cy="6858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76656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66560" y="4233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Нұсқаулық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Админ-панель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Азиз көрсетеді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12344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56032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аутентификация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12344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97280"/>
            <a:ext cx="256032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Аналитика, графиктер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560320" cy="12344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97280"/>
            <a:ext cx="2560320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CRUD + LaTeX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2560320" cy="12344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560320"/>
            <a:ext cx="2560320" cy="4572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Есептер CRUD + CSV import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2560320"/>
            <a:ext cx="2560320" cy="12344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2560320"/>
            <a:ext cx="256032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91840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Пайдаланушыларды басқару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2560320"/>
            <a:ext cx="2560320" cy="12344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560320"/>
            <a:ext cx="2560320" cy="45720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B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26480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хабарламалар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 •  Recharts  •  react-hook-form + Zod  •  @hello-pangea/dnd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Telegram бот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Санжар көрсетеді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B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aiogram 3.7 | 5 команда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Қарсы алу + Mini App батырмасы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1762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2176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Юзер статистикасы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70662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/rating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27066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Топ-10 лидерборд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369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/streak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0" y="32369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Күнделікті серия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7673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/help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11680" y="3767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Нұсқаулық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B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Мүмкіндіктер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клавиатуралар (WebApp батырмасы)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арқылы Backend API байланыс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жүйесі (әр сағат сайын)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Белсенді емес юзерлерге еске салу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query handlers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Тьютор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Анеля көрсетеді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21945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API + LLaMA 3.3 70B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Қазақ тілінде физика жауаптары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 формулалар ($E=mc^2$)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Юзер прогресін ескеретін контекст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history: 20 хабарлама, 6 контекст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21945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972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5780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Jailbreak Prevention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937760" y="15544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кілт сөз фильтр (KZ + EN)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'ignore instructions' блокталады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'жүйелік нұсқауларды елеме' блокталады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Физикадан тыс сұрақтар — жоқ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"Сен Physics Bot AI тьюторысың. Тек физика сұрақтарына жауап бер. Қазақ тілінде жауап бер. LaTeX формулаларын $...$ ішінде жаз. Юзердің прогресін ескер."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DevOps және QA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Бекзат көрсетеді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200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— 4 контейнер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FastAPI (port 8000)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React + Nginx (port 3000)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React + Nginx (port 5174)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— aiogram (no port)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check: /health эндпоинт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volume: SQLite /app/data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Nginx: SPA routing, gzip, cache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200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 нәтижелері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0" y="1664208"/>
            <a:ext cx="1005840" cy="274320"/>
          </a:xfrm>
          <a:prstGeom prst="rect">
            <a:avLst/>
          </a:prstGeom>
          <a:solidFill>
            <a:srgbClr val="4ECDC4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25/25 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(mobile emulator)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98080" y="2167128"/>
            <a:ext cx="1005840" cy="274320"/>
          </a:xfrm>
          <a:prstGeom prst="rect">
            <a:avLst/>
          </a:prstGeom>
          <a:solidFill>
            <a:srgbClr val="4ECDC4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148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 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командалары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98080" y="2670048"/>
            <a:ext cx="1005840" cy="274320"/>
          </a:xfrm>
          <a:prstGeom prst="rect">
            <a:avLst/>
          </a:prstGeom>
          <a:solidFill>
            <a:srgbClr val="4ECDC4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2651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 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jailbreak тест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98080" y="3172968"/>
            <a:ext cx="1005840" cy="274320"/>
          </a:xfrm>
          <a:prstGeom prst="rect">
            <a:avLst/>
          </a:prstGeom>
          <a:solidFill>
            <a:srgbClr val="4ECDC4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3154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20/20 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KaTeX рендеринг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98080" y="3675888"/>
            <a:ext cx="1005840" cy="274320"/>
          </a:xfrm>
          <a:prstGeom prst="rect">
            <a:avLst/>
          </a:prstGeom>
          <a:solidFill>
            <a:srgbClr val="4ECDC4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3657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 ✅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Промпт мысалдары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54864" cy="54864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868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86868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"FastAPI проект жаса: routers/, models/, schemas/. SQLAlchemy 2.0, Pydantic v2"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822960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536192"/>
            <a:ext cx="54864" cy="5486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53619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153619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"React + TailwindCSS Mini App жаса, dark theme, Telegram SDK"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03704"/>
            <a:ext cx="822960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03704"/>
            <a:ext cx="54864" cy="548640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20370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B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220370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"aiogram 3 бот жаса, WebApp батырмасы, httpx API байланыс"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71216"/>
            <a:ext cx="822960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871216"/>
            <a:ext cx="54864" cy="5486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87121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287121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"Groq API physics tutor жаса, system prompt, jailbreak prevention"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38728"/>
            <a:ext cx="822960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538728"/>
            <a:ext cx="54864" cy="54864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538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0" y="353872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"React админ-панель: JWT login, Dashboard, CRUD, CSV import"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206240"/>
            <a:ext cx="54864" cy="5486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206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828800" y="42062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"Docker Compose: 4 сервис, health check, Nginx"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Технологиялар стегі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0515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105156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Vite, TailwindCSS, Zustand, KaTeX, Axios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051560"/>
            <a:ext cx="4023360" cy="10515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51560"/>
            <a:ext cx="54864" cy="105156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SQLAlchemy 2.0, Pydantic v2, SQLite, JWT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023360" cy="10515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31720"/>
            <a:ext cx="54864" cy="1051560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aiogram 3.7, httpx, python-dotenv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331720"/>
            <a:ext cx="4023360" cy="10515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331720"/>
            <a:ext cx="54864" cy="10515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API, LLaMA 3.3 70B, OpenAI-compatible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4023360" cy="10515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11880"/>
            <a:ext cx="54864" cy="105156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Recharts, react-hook-form, Zod, react-hot-toast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611880"/>
            <a:ext cx="4023360" cy="10515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611880"/>
            <a:ext cx="54864" cy="105156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2920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Docker Compose, Nginx, Uvicorn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457200"/>
            <a:ext cx="2743200" cy="2743200"/>
          </a:xfrm>
          <a:prstGeom prst="ellipse">
            <a:avLst/>
          </a:prstGeom>
          <a:solidFill>
            <a:srgbClr val="6C63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A78BFA">
              <a:alpha val="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73152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Рахмет!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Bot — Физика үйренудің жаңа жолы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25400">
            <a:solidFill>
              <a:srgbClr val="6C63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Темирлан  •  Инкар  •  Бакдаулет  •  Азиз  •  Санжар  •  Анеля  •  Бекзат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 + aiogram + Groq AI + Docker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Physics Bot - Telegram Mini App</dc:title>
  <dc:subject>PptxGenJS Presentation</dc:subject>
  <dc:creator>Physics Bot Team</dc:creator>
  <cp:lastModifiedBy>Physics Bot Team</cp:lastModifiedBy>
  <cp:revision>1</cp:revision>
  <dcterms:created xsi:type="dcterms:W3CDTF">2026-03-19T16:51:17Z</dcterms:created>
  <dcterms:modified xsi:type="dcterms:W3CDTF">2026-03-19T16:51:17Z</dcterms:modified>
</cp:coreProperties>
</file>